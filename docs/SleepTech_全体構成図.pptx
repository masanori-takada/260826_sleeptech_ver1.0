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Fitbitの睡眠データをGoogle Health API経由で取得し、AWS上のTwo-Process Model（睡眠圧＋体内時計）で時間帯別のパフォーマンス低下率を決定論的に算出。LLMは確定した数値を日本語に整形するだけで、障害時はテンプレート文にフォールバックする。夜のクイックリプライで集めた5段階評価はDynamoDBに蓄積し、将来の個人キャリブレーションに使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SleepTech ver1.0 全体構成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腕時計が測った睡眠を、AWS が計算して、LINE で届ける。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286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02920" y="1472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データ源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Fitbit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 Health API 経由で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睡眠・HRV・心拍を取得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1929384"/>
            <a:ext cx="685800" cy="201168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697480" y="160934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睡眠データ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49040" y="1069848"/>
            <a:ext cx="5074920" cy="379476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dash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886200" y="11430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AWS（東京時間で自動実行）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77640" y="1508760"/>
            <a:ext cx="13716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977640" y="16367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タイマー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192938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22:30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2423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毎朝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9:30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40680" y="2103120"/>
            <a:ext cx="411480" cy="201168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43600" y="150876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943600" y="16367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計算エンジン（このアプリの心臓）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192938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睡眠科学の式で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「何%落ちるか」を計算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2496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同じ入力なら必ず同じ数字。AI は使わない。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78040" y="3017520"/>
            <a:ext cx="256032" cy="384048"/>
          </a:xfrm>
          <a:prstGeom prst="downArrow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7498080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数字を渡す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0" y="3474720"/>
            <a:ext cx="27432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5943600" y="3593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文章化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38679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が日本語に直すだけ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035040" y="4142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止まってもテンプレート文で数字は届く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977640" y="3474720"/>
            <a:ext cx="1371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3977640" y="3593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保管庫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023360" y="38679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毎日の記録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を貯める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915400" y="3840480"/>
            <a:ext cx="640080" cy="201168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8686800" y="3520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文面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692640" y="2148840"/>
            <a:ext cx="1965960" cy="237744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969264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届く先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692640" y="25877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9829800" y="29718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夜 22:30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829800" y="3200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「推奨は23:30。1時間・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2時間遅れも併記」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829800" y="372160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 9:30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829800" y="39502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「領域別の調子と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今日のリカバリー」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5138928"/>
            <a:ext cx="5852160" cy="182880"/>
          </a:xfrm>
          <a:prstGeom prst="leftArrow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3977640" y="535838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夜の返信「今日の調子は？」5段階を保管庫へ　→　将来の精度向上に使う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5715000"/>
            <a:ext cx="1115568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502920" y="5833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一日の流れ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02920" y="61722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22:30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280160" y="6172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就寝3案が届く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2990088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3291840" y="61722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就寝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4069080" y="6172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Fitbit が測る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5779008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6080760" y="61722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9:30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858000" y="6172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領域別の調子が届く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8567928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8869680" y="61722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日中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9646920" y="6172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返信で調子を記録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AWS: Lambda 4本（夜・朝・LINE受信・過去データ取込）／DynamoDB 1本／EventBridge Scheduler 2本／Secrets Manager 3件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2026-08-27T15:38:16Z</dcterms:created>
  <dcterms:modified xsi:type="dcterms:W3CDTF">2026-08-27T15:38:16Z</dcterms:modified>
</cp:coreProperties>
</file>