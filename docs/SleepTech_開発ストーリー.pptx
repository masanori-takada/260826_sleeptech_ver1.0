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1日あたり睡眠時間（分）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00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00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日本</c:v>
                  </c:pt>
                  <c:pt idx="1">
                    <c:v>韓国</c:v>
                  </c:pt>
                  <c:pt idx="2">
                    <c:v>ドイツ</c:v>
                  </c:pt>
                  <c:pt idx="3">
                    <c:v>イギリス</c:v>
                  </c:pt>
                  <c:pt idx="4">
                    <c:v>カナダ</c:v>
                  </c:pt>
                  <c:pt idx="5">
                    <c:v>フランス</c:v>
                  </c:pt>
                  <c:pt idx="6">
                    <c:v>アメリカ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442</c:v>
                </c:pt>
                <c:pt idx="1">
                  <c:v>471</c:v>
                </c:pt>
                <c:pt idx="2">
                  <c:v>498</c:v>
                </c:pt>
                <c:pt idx="3">
                  <c:v>508</c:v>
                </c:pt>
                <c:pt idx="4">
                  <c:v>511</c:v>
                </c:pt>
                <c:pt idx="5">
                  <c:v>513</c:v>
                </c:pt>
                <c:pt idx="6">
                  <c:v>528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自分の寝不足をなんとかしたくて、睡眠データから翌日の調子を予測するアプリを作りました。作ってみて分かったことから、スリープテックとSCSKについて考えたことをお話しします。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自動運転で車内時間が空く。日本は主要国の中で睡眠時間が最も短く、改善余地が大きい。数値はOECDの生活時間調査に基づく概数。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健康優良企業・PepUpのデータ・車載SIer。この3つが重なる会社は多くない。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Fitbitの睡眠データをGoogle Health経由で取得し、AWS上で1日2回LINEに送る。数値はTwo-Process Modelで決定論的に算出し、LLMは文章化のみ。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個人開発で仮説は成立した。次はPepUpの母集団データと車載ドメインを掛ける。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睡眠圧S・体内時計C・シグモイド変換の3段で決定論的に算出する。5時間睡眠・起床7:00の場合、14時の値は平常時0.462に対し実測0.360で、低下率22%。実装は src/sleeptech/model/two_process.py。387テストで検証済み。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Superpowers は工程ごとに関門を設ける開発フレームワーク。ブレインストーミングで仕様を固め、仕様レビューを通し、git worktree で隔離し、2〜5分のタスクに分割した計画を立て、TDD で実装し、コードレビューを通す。各関門を通らないと次に進めないため、後戻りが減る。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睡眠データから翌日を予測するアプリを、</a:t>
            </a:r>
            <a:endParaRPr lang="en-US" sz="34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自分用に作ってみた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17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そこから考えた、スリープテックとSCSKのこと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703320"/>
            <a:ext cx="384048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776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 → 翌日パフォーマンス予測 LINEアドバイザー　開発ストーリー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526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2026年8月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自動運転は「車内の可処分時間」を生む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運転から解放されると、移動時間がそのまま「眠れる時間」になる。</a:t>
            </a:r>
            <a:endParaRPr lang="en-US" sz="1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2377440"/>
          <a:ext cx="6949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577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（分／日）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651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日本はいちばん短い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7時間22分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アメリカとの差は1日あたり約1時間26分。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1年では約520時間、睡眠70晩分の差。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6177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寝不足が常態化している＝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改善の余地がいちばん大きい市場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8978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課題は「眠る場所」ではなく、眠りを成果に翻訳する仕組みの不在。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8978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出典：OECD 生活時間調査（Gender Data Portal）。数値は概数。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 SCSK が向いているのか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新規参入ではなく、既に持っているものの組み替えで戦える。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51460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健康優良企業という看板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9260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健康を語る大義名分が既にある。社内で始める理由に説明が要らない。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52044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PepUp に集まる健康データ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93192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Fitbit 等の睡眠・活動データが日々蓄積されている。データ取得から始めなくてよい。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5262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車載系 SIer としての立ち位置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937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車内という「眠る場所」に手が届く。ここを両方持つ会社は少ない。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車載系 SIer × スリープテック ＝ 競合の少ない領域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まずは自分用に、小さく作ってみた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考えているだけでは分からないので、1日2回だけ通知する小さなアプリを作ってみた。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 22:30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63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「今夜 23:30 に寝れば、明日は 0〜5% 以内。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1時間遅れで 2〜12%、2時間で 11〜21%」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寝る前に一度だけ、3つの選択肢を示す。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514600"/>
            <a:ext cx="521208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 9:30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632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「昨夜は5時間42分。集中力は要休養。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14時台が谷。カフェインは 13:30 まで」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9319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起きた後は、領域別の調子と打ち手を示す。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「何%落ちるか」はどう出しているか — 数字は AI ではなく計算式が出す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074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　眠気のたまり具合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起きている間にたまり、寝ている間に抜ける。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寝た時間が短いほど翌朝に持ち越す。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5074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　体内時計のリズム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24時間の波に午後の谷を重ねる。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谷は起床の約8時間後に来る。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50749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　いつもの自分と比べる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5394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①と②を足した「頭の冴え」を、</a:t>
            </a:r>
            <a:endParaRPr lang="en-US" sz="1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平常時と比べて何%落ちるかに換算。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使ったのは睡眠研究の標準モデル Two-Process Model（Borbély / Achermann）。同じ入力なら必ず同じ数字が出る。式の詳細は6ページ目。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144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個人で動いた。次は会社の資産で伸ばす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一人分のデータでも、実用になる助言はここまで出せた。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分かったこと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既存の健康データだけで予測は成立する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助言は「短く・1日2回」で十分に効く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数字を計算式に固定すれば安心して出せる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会社でやると変わること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30175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PepUp の母集団データで精度が個人最適化できる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車載側と組めば「眠る場所」まで設計できる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健康経営の実績として社内外に示せる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892040"/>
            <a:ext cx="10881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074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次の一歩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　社内の有志数名で試す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806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助言どおりに行動が変わるかを見る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　PepUp データで精度検証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5806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母集団データで個人最適化を確かめる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5486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　車載ユースケースの検討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5806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車内で眠る前提の設計に広げる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全体構成と、計算の中身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828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545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データ源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01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Fitbit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30552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Google Health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経由で睡眠・HRV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32304" y="1947672"/>
            <a:ext cx="457200" cy="182880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03704" y="1655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睡眠データ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179576"/>
            <a:ext cx="4526280" cy="3108960"/>
          </a:xfrm>
          <a:prstGeom prst="rect">
            <a:avLst/>
          </a:prstGeom>
          <a:solidFill>
            <a:srgbClr val="FFFFFF"/>
          </a:solidFill>
          <a:ln w="20320">
            <a:solidFill>
              <a:srgbClr val="000000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127248" y="1234440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AWS（東京時間で自動実行）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1563624"/>
            <a:ext cx="1143000" cy="123444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182112" y="16733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タイマー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1984248"/>
            <a:ext cx="106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毎晩 22:30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毎朝 9:30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416552" y="2075688"/>
            <a:ext cx="256032" cy="182880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64024" y="1563624"/>
            <a:ext cx="2615184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64024" y="16733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計算エンジン（心臓）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96596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睡眠科学の式で</a:t>
            </a:r>
            <a:endParaRPr lang="en-US" sz="1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「何%落ちるか」を計算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2478024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は使わない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52744" y="2880360"/>
            <a:ext cx="237744" cy="320040"/>
          </a:xfrm>
          <a:prstGeom prst="down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63640" y="2898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数字を渡す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64024" y="3291840"/>
            <a:ext cx="2615184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64024" y="338328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文章化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6301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が日本語に直すだけ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8679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止まってもテンプレート文で数字は届く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182112" y="3291840"/>
            <a:ext cx="1143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82112" y="33832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保管庫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218688" y="3657600"/>
            <a:ext cx="1069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毎日の記録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635240" y="3611880"/>
            <a:ext cx="411480" cy="182880"/>
          </a:xfrm>
          <a:prstGeom prst="rightArrow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3319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文面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1920240"/>
            <a:ext cx="1645920" cy="2240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38160" y="2029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届く先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2286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LINE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0" y="2624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 22:30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28346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「推奨は23:30。1時間・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2時間遅れも併記」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8229600" y="32918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朝 9:30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229600" y="35021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「領域別の調子と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リカバリーの時刻」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520440" y="4434840"/>
            <a:ext cx="4846320" cy="164592"/>
          </a:xfrm>
          <a:prstGeom prst="leftArrow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182112" y="463600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夜の返信（5段階）を保管庫へ　→　将来の精度向上に使う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117043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実際に届いた朝のメッセージ</a:t>
            </a:r>
            <a:endParaRPr lang="en-US" sz="1000" dirty="0"/>
          </a:p>
        </p:txBody>
      </p:sp>
      <p:pic>
        <p:nvPicPr>
          <p:cNvPr id="42" name="Image 0" descr="line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0" y="1444752"/>
            <a:ext cx="1508760" cy="3264408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10058400" y="1444752"/>
            <a:ext cx="1508760" cy="3264408"/>
          </a:xfrm>
          <a:prstGeom prst="rect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02920" y="5029200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02920" y="513892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何%落ちるかの計算（Two-Process Model / Borbély・Achermann）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02920" y="5468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眠気 S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502920" y="5724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覚醒中  S = 1 −(1−S₀)e^(−t/18.2)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睡眠中  S = S₀ e^(−t/4.2)</a:t>
            </a:r>
            <a:endParaRPr 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3566160" y="5468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体内時計 C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3566160" y="5724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−0.25 cos(2π(t−t_min)/24)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　　 −0.125 cos(2π(t−t_dip)/12)</a:t>
            </a:r>
            <a:endParaRPr lang="en-US" sz="900" dirty="0"/>
          </a:p>
        </p:txBody>
      </p:sp>
      <p:sp>
        <p:nvSpPr>
          <p:cNvPr id="50" name="Text 47"/>
          <p:cNvSpPr txBox="1"/>
          <p:nvPr/>
        </p:nvSpPr>
        <p:spPr>
          <a:xfrm>
            <a:off x="6629400" y="54681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頭の冴え → %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6629400" y="57241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冴え = C − S ／ 力 = 1/(1+e^(−6(冴え+0.3)))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低下率 =（平常時の力 − 実測の力）÷ 平常時の力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646920" y="5413248"/>
            <a:ext cx="1783080" cy="786384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738360" y="54681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実測例：5時間睡眠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9738360" y="566928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14時の力  平常 0.462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　　　　　→ 実測 0.360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9738360" y="5943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 −22%</a:t>
            </a:r>
            <a:endParaRPr lang="en-US" sz="1300" dirty="0"/>
          </a:p>
        </p:txBody>
      </p:sp>
      <p:sp>
        <p:nvSpPr>
          <p:cNvPr id="56" name="Text 53"/>
          <p:cNvSpPr txBox="1"/>
          <p:nvPr/>
        </p:nvSpPr>
        <p:spPr>
          <a:xfrm>
            <a:off x="502920" y="63550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t_min＝起床−2h（冴えの底）／t_dip＝起床+8h（午後の谷）。S₀ は前夜までの睡眠負債で上がる。　AWS: Lambda 4本／DynamoDB 1本／Scheduler 2本／Secrets 3件</a:t>
            </a:r>
            <a:endParaRPr lang="en-US" sz="850" dirty="0"/>
          </a:p>
        </p:txBody>
      </p:sp>
      <p:sp>
        <p:nvSpPr>
          <p:cNvPr id="57" name="Text 54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開発は Superpowers（各工程に関門を置く強制ワークフロー）で進めた。詳細は7ページ目。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補足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1115568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777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Superpowers の強制ワークフロー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98448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工程と工程の間に「関門」を置き、通らないと次に進めない。今回の開発はこの型で進めた。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1572768" cy="16916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075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57784" y="2350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ブレイン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ストーミング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57784" y="2990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仕様を対話的に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固める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965960" y="2624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関門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2880360"/>
            <a:ext cx="274320" cy="164592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04872" y="1965960"/>
            <a:ext cx="1572768" cy="16916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04872" y="2075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459736" y="2350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仕様レビュー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459736" y="2990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設計の妥当性を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チェック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867912" y="2624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関門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05072" y="2880360"/>
            <a:ext cx="274320" cy="164592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6824" y="1965960"/>
            <a:ext cx="1572768" cy="16916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06824" y="2075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361688" y="2350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 隔離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61688" y="2990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worktree で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安全な作業空間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5769864" y="2624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関門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07024" y="2880360"/>
            <a:ext cx="274320" cy="164592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8776" y="1965960"/>
            <a:ext cx="1572768" cy="16916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08776" y="2075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2350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計画立案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2990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2〜5分の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タスクに分割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7671816" y="2624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08976" y="2880360"/>
            <a:ext cx="274320" cy="164592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10728" y="1965960"/>
            <a:ext cx="1572768" cy="16916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10728" y="2075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5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165592" y="2350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TDD 実行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65592" y="2990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RED → GREEN</a:t>
            </a:r>
            <a:endParaRPr lang="en-US" sz="9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REFACTOR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573768" y="262432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関門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710928" y="2880360"/>
            <a:ext cx="274320" cy="164592"/>
          </a:xfrm>
          <a:prstGeom prst="rightArrow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012680" y="1965960"/>
            <a:ext cx="1572768" cy="169164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12680" y="2075688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6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067544" y="235000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コードレビュー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067544" y="29900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2段階チェック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114800"/>
            <a:ext cx="1115568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2920" y="4251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この型が実際に効いたところ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4645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仕様の関門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4956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実装前に、別の AI に仕様を読ませて穴を出した。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日付の扱いなど、高くつく欠陥を先に潰せた。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270248" y="4645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TDD の関門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4270248" y="4956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先にテストを書き、失敗を確認してから実装する。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595 本のテストが常時通る状態を保てた。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037576" y="4645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レビューの関門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8037576" y="495604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 タスクすべてで実装後にレビューを通した。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最終レビューで重大な欠陥を 3 件検出できた。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「動くものを速く作る」より「壊れていないことを確かめながら進む」型。健康データを扱う以上、数字がぶれないことを優先した。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502920" y="640080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Superpowers: Anthropic 公式の Claude Code プラグイン。各スキルが工程の型と関門を定義する。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2026-08-27T16:24:58Z</dcterms:created>
  <dcterms:modified xsi:type="dcterms:W3CDTF">2026-08-27T16:24:58Z</dcterms:modified>
</cp:coreProperties>
</file>